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E8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10417-BE16-415C-A2CC-88B9FE773F50}" type="datetimeFigureOut">
              <a:rPr lang="zh-CN" altLang="en-US" smtClean="0"/>
              <a:t>2014/4/20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2804C-BC46-4D0A-994D-1C20B0467B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06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H:\Course_教程\“激扬北科 幻舞梦想”第二届校园PPT设计制作大赛素材+教程\相关素材\图片素材\3\160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78" r="3078"/>
          <a:stretch/>
        </p:blipFill>
        <p:spPr bwMode="auto">
          <a:xfrm>
            <a:off x="0" y="-28574"/>
            <a:ext cx="9144000" cy="691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0" y="-28574"/>
            <a:ext cx="9144000" cy="6886574"/>
          </a:xfrm>
          <a:prstGeom prst="rect">
            <a:avLst/>
          </a:prstGeom>
          <a:solidFill>
            <a:srgbClr val="00000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2940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381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40969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jpeg"/><Relationship Id="rId3" Type="http://schemas.openxmlformats.org/officeDocument/2006/relationships/image" Target="../media/image3.png"/><Relationship Id="rId7" Type="http://schemas.openxmlformats.org/officeDocument/2006/relationships/slide" Target="slide4.xml"/><Relationship Id="rId12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slide" Target="slide3.xml"/><Relationship Id="rId5" Type="http://schemas.openxmlformats.org/officeDocument/2006/relationships/image" Target="../media/image5.jpe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slide" Target="slide5.xml"/><Relationship Id="rId1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794" y="2946332"/>
            <a:ext cx="2268537" cy="2267744"/>
            <a:chOff x="-793" y="548680"/>
            <a:chExt cx="2268537" cy="2267744"/>
          </a:xfrm>
        </p:grpSpPr>
        <p:sp>
          <p:nvSpPr>
            <p:cNvPr id="12" name="矩形 11"/>
            <p:cNvSpPr/>
            <p:nvPr/>
          </p:nvSpPr>
          <p:spPr>
            <a:xfrm>
              <a:off x="0" y="548680"/>
              <a:ext cx="2267744" cy="2267744"/>
            </a:xfrm>
            <a:prstGeom prst="rect">
              <a:avLst/>
            </a:prstGeom>
            <a:solidFill>
              <a:srgbClr val="1E8F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93" y="548680"/>
              <a:ext cx="2268537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1" name="向右" descr="C:\Users\Windows\Desktop\metrostation_by_yankoa-d312tty\PNG\System\White\MB_0006_back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901987" y="5714999"/>
            <a:ext cx="540822" cy="54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向左" descr="C:\Users\Windows\Desktop\metrostation_by_yankoa-d312tty\PNG\System\White\MB_0006_back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2" y="5715001"/>
            <a:ext cx="540824" cy="5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6" name="组合 1035"/>
          <p:cNvGrpSpPr/>
          <p:nvPr/>
        </p:nvGrpSpPr>
        <p:grpSpPr>
          <a:xfrm>
            <a:off x="-793" y="548680"/>
            <a:ext cx="2268537" cy="2267744"/>
            <a:chOff x="-793" y="548680"/>
            <a:chExt cx="2268537" cy="2267744"/>
          </a:xfrm>
        </p:grpSpPr>
        <p:sp>
          <p:nvSpPr>
            <p:cNvPr id="4" name="矩形 3"/>
            <p:cNvSpPr/>
            <p:nvPr/>
          </p:nvSpPr>
          <p:spPr>
            <a:xfrm>
              <a:off x="0" y="548680"/>
              <a:ext cx="2267744" cy="2267744"/>
            </a:xfrm>
            <a:prstGeom prst="rect">
              <a:avLst/>
            </a:prstGeom>
            <a:solidFill>
              <a:srgbClr val="1E8F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93" y="548680"/>
              <a:ext cx="2268537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4" name="Picture 9" descr="C:\Users\Windows\Desktop\Govern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69" y="1047750"/>
              <a:ext cx="1467810" cy="1269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1" name="组合 1050"/>
          <p:cNvGrpSpPr/>
          <p:nvPr/>
        </p:nvGrpSpPr>
        <p:grpSpPr>
          <a:xfrm>
            <a:off x="2411760" y="548680"/>
            <a:ext cx="4689474" cy="2267744"/>
            <a:chOff x="2411760" y="548680"/>
            <a:chExt cx="4689474" cy="2267744"/>
          </a:xfrm>
        </p:grpSpPr>
        <p:pic>
          <p:nvPicPr>
            <p:cNvPr id="1037" name="Picture 10" descr="H:\Course_教程\“激扬北科 幻舞梦想”第二届校园PPT设计制作大赛素材+教程\相关素材\图片素材\3\134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78" b="22760"/>
            <a:stretch/>
          </p:blipFill>
          <p:spPr bwMode="auto">
            <a:xfrm>
              <a:off x="2413399" y="548680"/>
              <a:ext cx="4687835" cy="2267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760" y="548680"/>
              <a:ext cx="4689474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35" name="TextBox 1034"/>
            <p:cNvSpPr txBox="1"/>
            <p:nvPr/>
          </p:nvSpPr>
          <p:spPr>
            <a:xfrm>
              <a:off x="2637708" y="1340768"/>
              <a:ext cx="4463526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公司</a:t>
              </a:r>
              <a:r>
                <a:rPr lang="zh-CN" altLang="en-US" sz="4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简介</a:t>
              </a:r>
              <a:endParaRPr lang="en-US" altLang="zh-CN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组织</a:t>
              </a:r>
              <a:r>
                <a:rPr lang="zh-CN" altLang="en-US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结构、部门职责、企业愿景</a:t>
              </a:r>
              <a:r>
                <a:rPr lang="en-US" altLang="zh-CN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……</a:t>
              </a:r>
              <a:endPara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49" name="组合 1048"/>
          <p:cNvGrpSpPr/>
          <p:nvPr/>
        </p:nvGrpSpPr>
        <p:grpSpPr>
          <a:xfrm>
            <a:off x="4814212" y="2946332"/>
            <a:ext cx="4691343" cy="2267744"/>
            <a:chOff x="4814212" y="2946332"/>
            <a:chExt cx="4691343" cy="2267744"/>
          </a:xfrm>
        </p:grpSpPr>
        <p:sp>
          <p:nvSpPr>
            <p:cNvPr id="24" name="矩形 23">
              <a:hlinkClick r:id="rId7" action="ppaction://hlinksldjump"/>
            </p:cNvPr>
            <p:cNvSpPr/>
            <p:nvPr/>
          </p:nvSpPr>
          <p:spPr>
            <a:xfrm>
              <a:off x="4815852" y="2946332"/>
              <a:ext cx="4688981" cy="2267744"/>
            </a:xfrm>
            <a:prstGeom prst="rect">
              <a:avLst/>
            </a:prstGeom>
            <a:solidFill>
              <a:srgbClr val="1E8F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5" name="Picture 3">
              <a:hlinkClick r:id="rId7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4212" y="2946332"/>
              <a:ext cx="4690621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9" name="TextBox 58">
              <a:hlinkClick r:id="rId7" action="ppaction://hlinksldjump"/>
            </p:cNvPr>
            <p:cNvSpPr txBox="1"/>
            <p:nvPr/>
          </p:nvSpPr>
          <p:spPr>
            <a:xfrm>
              <a:off x="5042029" y="3645024"/>
              <a:ext cx="4463526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 smtClean="0">
                  <a:latin typeface="微软雅黑" pitchFamily="34" charset="-122"/>
                  <a:ea typeface="微软雅黑" pitchFamily="34" charset="-122"/>
                </a:rPr>
                <a:t>年度财报</a:t>
              </a:r>
              <a:endParaRPr lang="en-US" altLang="zh-CN" sz="4800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2000" dirty="0" smtClean="0">
                  <a:latin typeface="微软雅黑" pitchFamily="34" charset="-122"/>
                  <a:ea typeface="微软雅黑" pitchFamily="34" charset="-122"/>
                </a:rPr>
                <a:t>全年数据、收支情况、</a:t>
              </a:r>
              <a:r>
                <a:rPr lang="en-US" altLang="zh-CN" sz="2000" dirty="0" smtClean="0">
                  <a:latin typeface="微软雅黑" pitchFamily="34" charset="-122"/>
                  <a:ea typeface="微软雅黑" pitchFamily="34" charset="-122"/>
                </a:rPr>
                <a:t>Q1</a:t>
              </a:r>
              <a:r>
                <a:rPr lang="zh-CN" altLang="en-US" sz="2000" dirty="0" smtClean="0">
                  <a:latin typeface="微软雅黑" pitchFamily="34" charset="-122"/>
                  <a:ea typeface="微软雅黑" pitchFamily="34" charset="-122"/>
                </a:rPr>
                <a:t>预估</a:t>
              </a:r>
              <a:r>
                <a:rPr lang="en-US" altLang="zh-CN" sz="2000" dirty="0" smtClean="0">
                  <a:latin typeface="微软雅黑" pitchFamily="34" charset="-122"/>
                  <a:ea typeface="微软雅黑" pitchFamily="34" charset="-122"/>
                </a:rPr>
                <a:t>……</a:t>
              </a:r>
              <a:endParaRPr lang="zh-CN" altLang="en-US" sz="20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50" name="组合 1049"/>
          <p:cNvGrpSpPr/>
          <p:nvPr/>
        </p:nvGrpSpPr>
        <p:grpSpPr>
          <a:xfrm>
            <a:off x="2411760" y="2946332"/>
            <a:ext cx="2268537" cy="2267744"/>
            <a:chOff x="2411760" y="2946332"/>
            <a:chExt cx="2268537" cy="2267744"/>
          </a:xfrm>
        </p:grpSpPr>
        <p:grpSp>
          <p:nvGrpSpPr>
            <p:cNvPr id="17" name="组合 16"/>
            <p:cNvGrpSpPr/>
            <p:nvPr/>
          </p:nvGrpSpPr>
          <p:grpSpPr>
            <a:xfrm>
              <a:off x="2411760" y="2946332"/>
              <a:ext cx="2268537" cy="2267744"/>
              <a:chOff x="-793" y="548680"/>
              <a:chExt cx="2268537" cy="2267744"/>
            </a:xfrm>
          </p:grpSpPr>
          <p:sp>
            <p:nvSpPr>
              <p:cNvPr id="18" name="矩形 17">
                <a:hlinkClick r:id="rId7" action="ppaction://hlinksldjump"/>
              </p:cNvPr>
              <p:cNvSpPr/>
              <p:nvPr/>
            </p:nvSpPr>
            <p:spPr>
              <a:xfrm>
                <a:off x="0" y="548680"/>
                <a:ext cx="2267744" cy="2267744"/>
              </a:xfrm>
              <a:prstGeom prst="rect">
                <a:avLst/>
              </a:prstGeom>
              <a:solidFill>
                <a:srgbClr val="1E8F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9" name="Picture 3">
                <a:hlinkClick r:id="rId7" action="ppaction://hlinksldjump"/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93" y="548680"/>
                <a:ext cx="2268537" cy="1006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038" name="Picture 11" descr="E:\研二上学期\20120110_波司登PPT大赛宣传片\图表\5.png">
              <a:hlinkClick r:id="rId7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150" y="3227319"/>
              <a:ext cx="1352550" cy="1450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8" name="组合 1047"/>
          <p:cNvGrpSpPr/>
          <p:nvPr/>
        </p:nvGrpSpPr>
        <p:grpSpPr>
          <a:xfrm>
            <a:off x="9612560" y="2946332"/>
            <a:ext cx="2268537" cy="2267744"/>
            <a:chOff x="9612560" y="2946332"/>
            <a:chExt cx="2268537" cy="2267744"/>
          </a:xfrm>
        </p:grpSpPr>
        <p:sp>
          <p:nvSpPr>
            <p:cNvPr id="40" name="矩形 39">
              <a:hlinkClick r:id="rId9" action="ppaction://hlinksldjump"/>
            </p:cNvPr>
            <p:cNvSpPr/>
            <p:nvPr/>
          </p:nvSpPr>
          <p:spPr>
            <a:xfrm>
              <a:off x="9613353" y="2946332"/>
              <a:ext cx="2267744" cy="2267744"/>
            </a:xfrm>
            <a:prstGeom prst="rect">
              <a:avLst/>
            </a:prstGeom>
            <a:solidFill>
              <a:srgbClr val="1E8F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1" name="Picture 3">
              <a:hlinkClick r:id="rId9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2560" y="2946332"/>
              <a:ext cx="2268537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9" name="Picture 12" descr="E:\研二上学期\20120110_波司登PPT大赛宣传片\图表\14.png">
              <a:hlinkClick r:id="rId9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72153" y="3313044"/>
              <a:ext cx="1149350" cy="1365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7" name="组合 1046"/>
          <p:cNvGrpSpPr/>
          <p:nvPr/>
        </p:nvGrpSpPr>
        <p:grpSpPr>
          <a:xfrm>
            <a:off x="12015012" y="2946332"/>
            <a:ext cx="4690621" cy="2267744"/>
            <a:chOff x="12015012" y="2946332"/>
            <a:chExt cx="4690621" cy="2267744"/>
          </a:xfrm>
        </p:grpSpPr>
        <p:grpSp>
          <p:nvGrpSpPr>
            <p:cNvPr id="42" name="组合 41"/>
            <p:cNvGrpSpPr/>
            <p:nvPr/>
          </p:nvGrpSpPr>
          <p:grpSpPr>
            <a:xfrm>
              <a:off x="12015012" y="2946332"/>
              <a:ext cx="4690621" cy="2267744"/>
              <a:chOff x="-793" y="548680"/>
              <a:chExt cx="2268537" cy="2267744"/>
            </a:xfrm>
          </p:grpSpPr>
          <p:sp>
            <p:nvSpPr>
              <p:cNvPr id="43" name="矩形 42">
                <a:hlinkClick r:id="rId9" action="ppaction://hlinksldjump"/>
              </p:cNvPr>
              <p:cNvSpPr/>
              <p:nvPr/>
            </p:nvSpPr>
            <p:spPr>
              <a:xfrm>
                <a:off x="0" y="548680"/>
                <a:ext cx="2267744" cy="2267744"/>
              </a:xfrm>
              <a:prstGeom prst="rect">
                <a:avLst/>
              </a:prstGeom>
              <a:solidFill>
                <a:srgbClr val="1E8F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44" name="Picture 3">
                <a:hlinkClick r:id="rId9" action="ppaction://hlinksldjump"/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93" y="548680"/>
                <a:ext cx="2268537" cy="1006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62" name="TextBox 61">
              <a:hlinkClick r:id="rId9" action="ppaction://hlinksldjump"/>
            </p:cNvPr>
            <p:cNvSpPr txBox="1"/>
            <p:nvPr/>
          </p:nvSpPr>
          <p:spPr>
            <a:xfrm>
              <a:off x="12185915" y="3645023"/>
              <a:ext cx="4463526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 smtClean="0">
                  <a:latin typeface="微软雅黑" pitchFamily="34" charset="-122"/>
                  <a:ea typeface="微软雅黑" pitchFamily="34" charset="-122"/>
                </a:rPr>
                <a:t>业务状况</a:t>
              </a:r>
              <a:endParaRPr lang="en-US" altLang="zh-CN" sz="4800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2000" dirty="0" smtClean="0">
                  <a:latin typeface="微软雅黑" pitchFamily="34" charset="-122"/>
                  <a:ea typeface="微软雅黑" pitchFamily="34" charset="-122"/>
                </a:rPr>
                <a:t>销售网点、竞品对比、客户分析</a:t>
              </a:r>
              <a:r>
                <a:rPr lang="en-US" altLang="zh-CN" sz="2000" dirty="0" smtClean="0">
                  <a:latin typeface="微软雅黑" pitchFamily="34" charset="-122"/>
                  <a:ea typeface="微软雅黑" pitchFamily="34" charset="-122"/>
                </a:rPr>
                <a:t>……</a:t>
              </a:r>
              <a:endParaRPr lang="zh-CN" altLang="en-US" sz="20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46" name="组合 1045"/>
          <p:cNvGrpSpPr/>
          <p:nvPr/>
        </p:nvGrpSpPr>
        <p:grpSpPr>
          <a:xfrm>
            <a:off x="7236296" y="548680"/>
            <a:ext cx="2268537" cy="2267744"/>
            <a:chOff x="7236296" y="548680"/>
            <a:chExt cx="2268537" cy="2267744"/>
          </a:xfrm>
        </p:grpSpPr>
        <p:grpSp>
          <p:nvGrpSpPr>
            <p:cNvPr id="26" name="组合 25"/>
            <p:cNvGrpSpPr/>
            <p:nvPr/>
          </p:nvGrpSpPr>
          <p:grpSpPr>
            <a:xfrm>
              <a:off x="7236296" y="548680"/>
              <a:ext cx="2268537" cy="2267744"/>
              <a:chOff x="-793" y="548680"/>
              <a:chExt cx="2268537" cy="2267744"/>
            </a:xfrm>
          </p:grpSpPr>
          <p:sp>
            <p:nvSpPr>
              <p:cNvPr id="27" name="矩形 26">
                <a:hlinkClick r:id="rId11" action="ppaction://hlinksldjump"/>
              </p:cNvPr>
              <p:cNvSpPr/>
              <p:nvPr/>
            </p:nvSpPr>
            <p:spPr>
              <a:xfrm>
                <a:off x="0" y="548680"/>
                <a:ext cx="2267744" cy="2267744"/>
              </a:xfrm>
              <a:prstGeom prst="rect">
                <a:avLst/>
              </a:prstGeom>
              <a:solidFill>
                <a:srgbClr val="1E8F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8" name="Picture 3">
                <a:hlinkClick r:id="rId11" action="ppaction://hlinksldjump"/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93" y="548680"/>
                <a:ext cx="2268537" cy="1006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041" name="Picture 13" descr="C:\Users\Windows\Desktop\metrostation_by_yankoa-d312tty\PNG\Navigation\white\MB_0014_world1.png">
              <a:hlinkClick r:id="rId11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5230" y="899886"/>
              <a:ext cx="1565332" cy="1565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5" name="组合 1044"/>
          <p:cNvGrpSpPr/>
          <p:nvPr/>
        </p:nvGrpSpPr>
        <p:grpSpPr>
          <a:xfrm>
            <a:off x="9612560" y="548680"/>
            <a:ext cx="4689474" cy="2267745"/>
            <a:chOff x="9612560" y="548680"/>
            <a:chExt cx="4689474" cy="2267745"/>
          </a:xfrm>
        </p:grpSpPr>
        <p:pic>
          <p:nvPicPr>
            <p:cNvPr id="1044" name="Picture 15" descr="H:\Course_教程\“激扬北科 幻舞梦想”第二届校园PPT设计制作大赛素材+教程\相关素材\图片素材\3\193.jpg">
              <a:hlinkClick r:id="rId11" action="ppaction://hlinksldjump"/>
            </p:cNvPr>
            <p:cNvPicPr>
              <a:picLocks noChangeAspect="1" noChangeArrowheads="1"/>
            </p:cNvPicPr>
            <p:nvPr/>
          </p:nvPicPr>
          <p:blipFill rotWithShape="1">
            <a:blip r:embed="rId13" cstate="print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5602"/>
            <a:stretch/>
          </p:blipFill>
          <p:spPr bwMode="auto">
            <a:xfrm>
              <a:off x="9614199" y="548681"/>
              <a:ext cx="4680864" cy="22677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3">
              <a:hlinkClick r:id="rId11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2560" y="548680"/>
              <a:ext cx="4689474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7" name="TextBox 66">
              <a:hlinkClick r:id="rId11" action="ppaction://hlinksldjump"/>
            </p:cNvPr>
            <p:cNvSpPr txBox="1"/>
            <p:nvPr/>
          </p:nvSpPr>
          <p:spPr>
            <a:xfrm>
              <a:off x="9831537" y="1340768"/>
              <a:ext cx="4463526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企业文化</a:t>
              </a:r>
              <a:endParaRPr lang="en-US" altLang="zh-CN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企业使命、运作管理、制度规范</a:t>
              </a:r>
              <a:r>
                <a:rPr lang="en-US" altLang="zh-CN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……</a:t>
              </a:r>
              <a:endPara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4437096" y="548680"/>
            <a:ext cx="2268537" cy="2267744"/>
            <a:chOff x="-793" y="548680"/>
            <a:chExt cx="2268537" cy="2267744"/>
          </a:xfrm>
        </p:grpSpPr>
        <p:sp>
          <p:nvSpPr>
            <p:cNvPr id="46" name="矩形 45"/>
            <p:cNvSpPr/>
            <p:nvPr/>
          </p:nvSpPr>
          <p:spPr>
            <a:xfrm>
              <a:off x="0" y="548680"/>
              <a:ext cx="2267744" cy="2267744"/>
            </a:xfrm>
            <a:prstGeom prst="rect">
              <a:avLst/>
            </a:prstGeom>
            <a:solidFill>
              <a:srgbClr val="1E8F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93" y="548680"/>
              <a:ext cx="2268537" cy="1006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6591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7037E-7 L -0.83264 -3.7037E-7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31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10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10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10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64 -3.7037E-7 L -0.03351 -3.7037E-7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10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9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40146"/>
            <a:ext cx="49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latin typeface="微软雅黑" pitchFamily="34" charset="-122"/>
                <a:ea typeface="微软雅黑" pitchFamily="34" charset="-122"/>
              </a:rPr>
              <a:t>公司简介</a:t>
            </a:r>
            <a:endParaRPr lang="en-US" altLang="zh-CN" sz="4800" dirty="0" smtClea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323528" y="1164808"/>
            <a:ext cx="5519871" cy="4280416"/>
            <a:chOff x="323528" y="1059701"/>
            <a:chExt cx="5519871" cy="4280416"/>
          </a:xfrm>
        </p:grpSpPr>
        <p:sp>
          <p:nvSpPr>
            <p:cNvPr id="3" name="矩形 2"/>
            <p:cNvSpPr/>
            <p:nvPr/>
          </p:nvSpPr>
          <p:spPr>
            <a:xfrm>
              <a:off x="323528" y="1059701"/>
              <a:ext cx="178305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组织结构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50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组合 12"/>
          <p:cNvGrpSpPr/>
          <p:nvPr/>
        </p:nvGrpSpPr>
        <p:grpSpPr>
          <a:xfrm>
            <a:off x="8350977" y="1164808"/>
            <a:ext cx="5078007" cy="4280416"/>
            <a:chOff x="8350977" y="1059701"/>
            <a:chExt cx="5078007" cy="4280416"/>
          </a:xfrm>
        </p:grpSpPr>
        <p:sp>
          <p:nvSpPr>
            <p:cNvPr id="4" name="矩形 3"/>
            <p:cNvSpPr/>
            <p:nvPr/>
          </p:nvSpPr>
          <p:spPr>
            <a:xfrm>
              <a:off x="8350977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部门职责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8350977" y="1923797"/>
              <a:ext cx="5078007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处为文字部分。此处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为文字部分。此处为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文字部分。此处为文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字部分。此处为文字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部分。此处为文字部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分。此处为文字部分。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051" name="Picture 3" descr="E:\研二上学期\20120110_波司登PPT大赛宣传片\图表\24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055" y="1942911"/>
              <a:ext cx="2501926" cy="1852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组合 15"/>
          <p:cNvGrpSpPr/>
          <p:nvPr/>
        </p:nvGrpSpPr>
        <p:grpSpPr>
          <a:xfrm>
            <a:off x="16231036" y="1164808"/>
            <a:ext cx="5519871" cy="4280416"/>
            <a:chOff x="323528" y="1059701"/>
            <a:chExt cx="5519871" cy="4280416"/>
          </a:xfrm>
        </p:grpSpPr>
        <p:sp>
          <p:nvSpPr>
            <p:cNvPr id="17" name="矩形 16"/>
            <p:cNvSpPr/>
            <p:nvPr/>
          </p:nvSpPr>
          <p:spPr>
            <a:xfrm>
              <a:off x="323528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企业愿景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9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一"/>
          <p:cNvSpPr/>
          <p:nvPr/>
        </p:nvSpPr>
        <p:spPr>
          <a:xfrm>
            <a:off x="6552220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二"/>
          <p:cNvSpPr/>
          <p:nvPr/>
        </p:nvSpPr>
        <p:spPr>
          <a:xfrm>
            <a:off x="7110282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三"/>
          <p:cNvSpPr/>
          <p:nvPr/>
        </p:nvSpPr>
        <p:spPr>
          <a:xfrm>
            <a:off x="7668344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向左" descr="C:\Users\Windows\Desktop\metrostation_by_yankoa-d312tty\PNG\System\White\MB_0006_back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2" y="5715001"/>
            <a:ext cx="540824" cy="5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75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40146"/>
            <a:ext cx="49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latin typeface="微软雅黑" pitchFamily="34" charset="-122"/>
                <a:ea typeface="微软雅黑" pitchFamily="34" charset="-122"/>
              </a:rPr>
              <a:t>企业文化</a:t>
            </a:r>
            <a:endParaRPr lang="en-US" altLang="zh-CN" sz="4800" dirty="0" smtClea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3528" y="1164808"/>
            <a:ext cx="5519871" cy="4280416"/>
            <a:chOff x="323528" y="1059701"/>
            <a:chExt cx="5519871" cy="4280416"/>
          </a:xfrm>
        </p:grpSpPr>
        <p:sp>
          <p:nvSpPr>
            <p:cNvPr id="4" name="矩形 3"/>
            <p:cNvSpPr/>
            <p:nvPr/>
          </p:nvSpPr>
          <p:spPr>
            <a:xfrm>
              <a:off x="323528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企业使命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组合 6"/>
          <p:cNvGrpSpPr/>
          <p:nvPr/>
        </p:nvGrpSpPr>
        <p:grpSpPr>
          <a:xfrm>
            <a:off x="8350977" y="1164808"/>
            <a:ext cx="5078007" cy="4280416"/>
            <a:chOff x="8350977" y="1059701"/>
            <a:chExt cx="5078007" cy="4280416"/>
          </a:xfrm>
        </p:grpSpPr>
        <p:sp>
          <p:nvSpPr>
            <p:cNvPr id="8" name="矩形 7"/>
            <p:cNvSpPr/>
            <p:nvPr/>
          </p:nvSpPr>
          <p:spPr>
            <a:xfrm>
              <a:off x="8350977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运作管理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350977" y="1923797"/>
              <a:ext cx="5078007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处为文字部分。此处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为文字部分。此处为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文字部分。此处为文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字部分。此处为文字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部分。此处为文字部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分。此处为文字部分。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0" name="Picture 3" descr="E:\研二上学期\20120110_波司登PPT大赛宣传片\图表\24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055" y="1942911"/>
              <a:ext cx="2501926" cy="1852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16231036" y="1164808"/>
            <a:ext cx="5519871" cy="4280416"/>
            <a:chOff x="323528" y="1059701"/>
            <a:chExt cx="5519871" cy="4280416"/>
          </a:xfrm>
        </p:grpSpPr>
        <p:sp>
          <p:nvSpPr>
            <p:cNvPr id="12" name="矩形 11"/>
            <p:cNvSpPr/>
            <p:nvPr/>
          </p:nvSpPr>
          <p:spPr>
            <a:xfrm>
              <a:off x="323528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制度规范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4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一"/>
          <p:cNvSpPr/>
          <p:nvPr/>
        </p:nvSpPr>
        <p:spPr>
          <a:xfrm>
            <a:off x="6552220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二"/>
          <p:cNvSpPr/>
          <p:nvPr/>
        </p:nvSpPr>
        <p:spPr>
          <a:xfrm>
            <a:off x="7110282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三"/>
          <p:cNvSpPr/>
          <p:nvPr/>
        </p:nvSpPr>
        <p:spPr>
          <a:xfrm>
            <a:off x="7668344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向左" descr="C:\Users\Windows\Desktop\metrostation_by_yankoa-d312tty\PNG\System\White\MB_0006_back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2" y="5715001"/>
            <a:ext cx="540824" cy="5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24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40146"/>
            <a:ext cx="49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latin typeface="微软雅黑" pitchFamily="34" charset="-122"/>
                <a:ea typeface="微软雅黑" pitchFamily="34" charset="-122"/>
              </a:rPr>
              <a:t>年度财报</a:t>
            </a:r>
            <a:endParaRPr lang="en-US" altLang="zh-CN" sz="4800" dirty="0" smtClea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3528" y="1164808"/>
            <a:ext cx="5519871" cy="4280416"/>
            <a:chOff x="323528" y="1059701"/>
            <a:chExt cx="5519871" cy="4280416"/>
          </a:xfrm>
        </p:grpSpPr>
        <p:sp>
          <p:nvSpPr>
            <p:cNvPr id="4" name="矩形 3"/>
            <p:cNvSpPr/>
            <p:nvPr/>
          </p:nvSpPr>
          <p:spPr>
            <a:xfrm>
              <a:off x="323528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全年数据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组合 6"/>
          <p:cNvGrpSpPr/>
          <p:nvPr/>
        </p:nvGrpSpPr>
        <p:grpSpPr>
          <a:xfrm>
            <a:off x="8350977" y="1164808"/>
            <a:ext cx="5078007" cy="4280416"/>
            <a:chOff x="8350977" y="1059701"/>
            <a:chExt cx="5078007" cy="4280416"/>
          </a:xfrm>
        </p:grpSpPr>
        <p:sp>
          <p:nvSpPr>
            <p:cNvPr id="8" name="矩形 7"/>
            <p:cNvSpPr/>
            <p:nvPr/>
          </p:nvSpPr>
          <p:spPr>
            <a:xfrm>
              <a:off x="8350977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收支情况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350977" y="1923797"/>
              <a:ext cx="5078007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处为文字部分。此处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为文字部分。此处为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文字部分。此处为文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字部分。此处为文字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部分。此处为文字部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分。此处为文字部分。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0" name="Picture 3" descr="E:\研二上学期\20120110_波司登PPT大赛宣传片\图表\24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055" y="1942911"/>
              <a:ext cx="2501926" cy="1852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16231036" y="1164808"/>
            <a:ext cx="5519871" cy="4280416"/>
            <a:chOff x="323528" y="1059701"/>
            <a:chExt cx="5519871" cy="4280416"/>
          </a:xfrm>
        </p:grpSpPr>
        <p:sp>
          <p:nvSpPr>
            <p:cNvPr id="12" name="矩形 11"/>
            <p:cNvSpPr/>
            <p:nvPr/>
          </p:nvSpPr>
          <p:spPr>
            <a:xfrm>
              <a:off x="323528" y="1059701"/>
              <a:ext cx="147187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Ｑ</a:t>
              </a:r>
              <a:r>
                <a:rPr lang="en-US" altLang="zh-CN" sz="2800" dirty="0" smtClean="0"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预估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4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一"/>
          <p:cNvSpPr/>
          <p:nvPr/>
        </p:nvSpPr>
        <p:spPr>
          <a:xfrm>
            <a:off x="6552220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二"/>
          <p:cNvSpPr/>
          <p:nvPr/>
        </p:nvSpPr>
        <p:spPr>
          <a:xfrm>
            <a:off x="7110282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三"/>
          <p:cNvSpPr/>
          <p:nvPr/>
        </p:nvSpPr>
        <p:spPr>
          <a:xfrm>
            <a:off x="7668344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向左" descr="C:\Users\Windows\Desktop\metrostation_by_yankoa-d312tty\PNG\System\White\MB_0006_back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2" y="5715001"/>
            <a:ext cx="540824" cy="5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72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40146"/>
            <a:ext cx="490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latin typeface="微软雅黑" pitchFamily="34" charset="-122"/>
                <a:ea typeface="微软雅黑" pitchFamily="34" charset="-122"/>
              </a:rPr>
              <a:t>业务状况</a:t>
            </a:r>
            <a:endParaRPr lang="en-US" altLang="zh-CN" sz="4800" dirty="0" smtClean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3528" y="1164808"/>
            <a:ext cx="5519871" cy="4280416"/>
            <a:chOff x="323528" y="1059701"/>
            <a:chExt cx="5519871" cy="4280416"/>
          </a:xfrm>
        </p:grpSpPr>
        <p:sp>
          <p:nvSpPr>
            <p:cNvPr id="4" name="矩形 3"/>
            <p:cNvSpPr/>
            <p:nvPr/>
          </p:nvSpPr>
          <p:spPr>
            <a:xfrm>
              <a:off x="323528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销售网点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6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组合 6"/>
          <p:cNvGrpSpPr/>
          <p:nvPr/>
        </p:nvGrpSpPr>
        <p:grpSpPr>
          <a:xfrm>
            <a:off x="8350977" y="1164808"/>
            <a:ext cx="5078007" cy="4280416"/>
            <a:chOff x="8350977" y="1059701"/>
            <a:chExt cx="5078007" cy="4280416"/>
          </a:xfrm>
        </p:grpSpPr>
        <p:sp>
          <p:nvSpPr>
            <p:cNvPr id="8" name="矩形 7"/>
            <p:cNvSpPr/>
            <p:nvPr/>
          </p:nvSpPr>
          <p:spPr>
            <a:xfrm>
              <a:off x="8350977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竞品对比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8350977" y="1923797"/>
              <a:ext cx="5078007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处为文字部分。此处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为文字部分。此处为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文字部分。此处为文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字部分。此处为文字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部分。此处为文字部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分。此处为文字部分。</a:t>
              </a:r>
              <a:endParaRPr lang="en-US" altLang="zh-CN" dirty="0" smtClean="0"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　　　　　　　　　　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0" name="Picture 3" descr="E:\研二上学期\20120110_波司登PPT大赛宣传片\图表\24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055" y="1942911"/>
              <a:ext cx="2501926" cy="1852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组合 10"/>
          <p:cNvGrpSpPr/>
          <p:nvPr/>
        </p:nvGrpSpPr>
        <p:grpSpPr>
          <a:xfrm>
            <a:off x="16231036" y="1164808"/>
            <a:ext cx="5519871" cy="4280416"/>
            <a:chOff x="323528" y="1059701"/>
            <a:chExt cx="5519871" cy="4280416"/>
          </a:xfrm>
        </p:grpSpPr>
        <p:sp>
          <p:nvSpPr>
            <p:cNvPr id="12" name="矩形 11"/>
            <p:cNvSpPr/>
            <p:nvPr/>
          </p:nvSpPr>
          <p:spPr>
            <a:xfrm>
              <a:off x="323528" y="1059701"/>
              <a:ext cx="162095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latin typeface="微软雅黑" pitchFamily="34" charset="-122"/>
                  <a:ea typeface="微软雅黑" pitchFamily="34" charset="-122"/>
                </a:rPr>
                <a:t>客户分析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58089" y="1923797"/>
              <a:ext cx="2989775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 smtClean="0">
                  <a:latin typeface="微软雅黑" pitchFamily="34" charset="-122"/>
                  <a:ea typeface="微软雅黑" pitchFamily="34" charset="-122"/>
                </a:rPr>
                <a:t>　　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此处为文字部分。</a:t>
              </a:r>
              <a:endParaRPr lang="zh-CN" altLang="en-US" dirty="0"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4" name="Picture 2" descr="H:\Course_教程\“激扬北科 幻舞梦想”第二届校园PPT设计制作大赛素材+教程\相关素材\图片素材\3\012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6645" y="1923797"/>
              <a:ext cx="2366754" cy="3333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一"/>
          <p:cNvSpPr/>
          <p:nvPr/>
        </p:nvSpPr>
        <p:spPr>
          <a:xfrm>
            <a:off x="6552220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二"/>
          <p:cNvSpPr/>
          <p:nvPr/>
        </p:nvSpPr>
        <p:spPr>
          <a:xfrm>
            <a:off x="7110282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三"/>
          <p:cNvSpPr/>
          <p:nvPr/>
        </p:nvSpPr>
        <p:spPr>
          <a:xfrm>
            <a:off x="7668344" y="6201308"/>
            <a:ext cx="180020" cy="1800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向左" descr="C:\Users\Windows\Desktop\metrostation_by_yankoa-d312tty\PNG\System\White\MB_0006_back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872" y="5715001"/>
            <a:ext cx="540824" cy="5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93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33333E-6 L -0.87656 3.33333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5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-0.87656 -4.44444E-6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656 -4.44444E-6 L -1.75052 -4.44444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69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2996952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hlinkClick r:id="rId2"/>
              </a:rPr>
              <a:t>www.51pptmoban.com</a:t>
            </a:r>
            <a:r>
              <a:rPr lang="en-US" altLang="zh-CN" dirty="0" smtClean="0"/>
              <a:t> </a:t>
            </a:r>
            <a:r>
              <a:rPr lang="zh-CN" altLang="en-US" dirty="0" smtClean="0"/>
              <a:t>搜集整理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2746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86</Words>
  <Application>Microsoft Office PowerPoint</Application>
  <PresentationFormat>全屏显示(4:3)</PresentationFormat>
  <Paragraphs>65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</dc:creator>
  <cp:lastModifiedBy>SUNNY-PC</cp:lastModifiedBy>
  <cp:revision>13</cp:revision>
  <dcterms:created xsi:type="dcterms:W3CDTF">2012-02-18T07:17:59Z</dcterms:created>
  <dcterms:modified xsi:type="dcterms:W3CDTF">2014-04-20T10:27:57Z</dcterms:modified>
</cp:coreProperties>
</file>